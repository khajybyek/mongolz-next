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CAPSTONE 2026-01-CD-03-07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MONGOLZ Security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Multi-authority masking + reveal · intelligent network camera &amp; integrated control server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다중 권한 마스킹 및 복원이 가능한 지능형 네트워크 카메라 및 통합관제 서버 개발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937760"/>
            <a:ext cx="10332720" cy="0"/>
          </a:xfrm>
          <a:prstGeom prst="line">
            <a:avLst/>
          </a:prstGeom>
          <a:noFill/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https://mongolz.vercel.app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Cohort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3B-26-1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github.com/khajybyek/mongolz-next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Privacy vs Security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00" cy="4206240"/>
          </a:xfrm>
          <a:prstGeom prst="rect">
            <a:avLst>
              <a:gd name="adj" fmla="val 2174"/>
            </a:avLst>
          </a:prstGeom>
          <a:solidFill>
            <a:srgbClr val="16171F"/>
          </a:solidFill>
          <a:ln w="19050">
            <a:solidFill>
              <a:srgbClr val="F43F5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Conventional CCTV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Every face stored unmasked on disk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Any operator with login = full access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Hostile to GDPR Art. 5 / 25 / 35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PIPA Art. 23 (biometric) consent missing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Fixed retention, no purge automation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No tamper-evident audit trail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4206240"/>
          </a:xfrm>
          <a:prstGeom prst="rect">
            <a:avLst>
              <a:gd name="adj" fmla="val 2174"/>
            </a:avLst>
          </a:prstGeom>
          <a:solidFill>
            <a:srgbClr val="16171F"/>
          </a:solidFill>
          <a:ln w="1905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MONGOLZ Security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Cubist Mosaic applied at capture time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AES-256-GCM encrypted originals (HKDF per recording)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4-eyes approval required to reveal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Tiered roles: admin / auditor / viewer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Hash-chained audit log (verify_audit_chain)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Per-camera retention policies + auto-purge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Four-tier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Singapore region — sub-50ms inter-service latency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06040" cy="3108960"/>
          </a:xfrm>
          <a:prstGeom prst="rect">
            <a:avLst>
              <a:gd name="adj" fmla="val 3509"/>
            </a:avLst>
          </a:prstGeom>
          <a:solidFill>
            <a:srgbClr val="16171F"/>
          </a:solidFill>
          <a:ln w="1524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260604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Camera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RTSP / USB / Browser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Phone IP webcam · Live recording · Browser MediaRecorder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3172968" y="3858768"/>
            <a:ext cx="118872" cy="146304"/>
          </a:xfrm>
          <a:prstGeom prst="rightTriangl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377440"/>
            <a:ext cx="2606040" cy="3108960"/>
          </a:xfrm>
          <a:prstGeom prst="rect">
            <a:avLst>
              <a:gd name="adj" fmla="val 3509"/>
            </a:avLst>
          </a:prstGeom>
          <a:solidFill>
            <a:srgbClr val="16171F"/>
          </a:solidFill>
          <a:ln w="1524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377440"/>
            <a:ext cx="260604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Service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FastAPI · Python 3.11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65760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InsightFace ArcFace · OpenCV · FFmpeg · Cubist mosaic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Deployed on Railway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07608" y="3858768"/>
            <a:ext cx="118872" cy="146304"/>
          </a:xfrm>
          <a:prstGeom prst="rightTriangl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377440"/>
            <a:ext cx="2606040" cy="3108960"/>
          </a:xfrm>
          <a:prstGeom prst="rect">
            <a:avLst>
              <a:gd name="adj" fmla="val 3509"/>
            </a:avLst>
          </a:prstGeom>
          <a:solidFill>
            <a:srgbClr val="16171F"/>
          </a:solidFill>
          <a:ln w="1524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377440"/>
            <a:ext cx="260604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Supabase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Postgres 17 + pgvector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65760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RLS (24 policies) · Auth · Storage · Realtime · Edge functions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5400000">
            <a:off x="8842248" y="3858768"/>
            <a:ext cx="118872" cy="146304"/>
          </a:xfrm>
          <a:prstGeom prst="rightTriangl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2377440"/>
            <a:ext cx="2606040" cy="3108960"/>
          </a:xfrm>
          <a:prstGeom prst="rect">
            <a:avLst>
              <a:gd name="adj" fmla="val 3509"/>
            </a:avLst>
          </a:prstGeom>
          <a:solidFill>
            <a:srgbClr val="16171F"/>
          </a:solidFill>
          <a:ln w="1524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52560" y="2377440"/>
            <a:ext cx="260604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235440" y="3154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365760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Edge functions · CSP nonce · Speed Insights · Auto-deploy on push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four tiers co-located in ap-southeast-1.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Cubist Mosaic — irreversible privacy mask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5852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 RetinaFace detects every face in frame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 18–40 Voronoi seed points scattered per face (seed-deterministic)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 cv2.Subdiv2D tessellates polygons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 Each polygon filled with mean BGR of its region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 Soft Gaussian blur on polygon edges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 Original frame encrypted AES-256-GCM (HKDF per-recording key)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SSIM comparison · lower = stronger mask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Cubist Mosaic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2606040"/>
            <a:ext cx="1828800" cy="182880"/>
          </a:xfrm>
          <a:prstGeom prst="rect">
            <a:avLst/>
          </a:prstGeom>
          <a:solidFill>
            <a:srgbClr val="1617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0" y="2606040"/>
            <a:ext cx="548640" cy="182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Pixelate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0" y="3337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0.50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0" y="3474720"/>
            <a:ext cx="1828800" cy="182880"/>
          </a:xfrm>
          <a:prstGeom prst="rect">
            <a:avLst/>
          </a:prstGeom>
          <a:solidFill>
            <a:srgbClr val="1617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3474720"/>
            <a:ext cx="9144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Gaussian Blur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0" y="4206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0.70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61120" y="4343400"/>
            <a:ext cx="1828800" cy="182880"/>
          </a:xfrm>
          <a:prstGeom prst="rect">
            <a:avLst/>
          </a:prstGeom>
          <a:solidFill>
            <a:srgbClr val="16171F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4343400"/>
            <a:ext cx="1280160" cy="182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5120640"/>
            <a:ext cx="502920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AES-256-GCM details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5532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Per-recording HKDF-SHA256 derived sub-keys.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Dual-key rotation via ML_ENCRYPTION_KEY_PREV — old recordings stay decryptable.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DEFENSE IN DEPTH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independent security layers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PostgreSQL Row-Level Security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 policies across 14 tables. admin / auditor / viewer / anon roles. service_role bypass only on server endpoints.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73152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346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554480" y="2834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TOTP 2FA + step-up reauth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15-min reauth cookie. Single-use code tracking (totp_used_codes table). Required on every destructive admin operation.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73152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490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554480" y="3749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AES-256-GCM encryption at rest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60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Per-recording HKDF-SHA256 sub-keys. Dual-key rotation via ML_ENCRYPTION_KEY_PREV. Camera URLs encrypted with CAMERA_URL_KEY.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73152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634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1554480" y="4663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Hash-chained audit log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0749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row's hash includes the previous row's hash. verify_audit_chain() RPC detects any tampering, even via service_role.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73152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778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1554480" y="5577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4-eyes approval reveal flow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5989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Reveal requests sit in pending_approval state until a second admin signs. No single admin can unilaterally unmask a recording.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single layer breach is contained — every other layer still holds.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· CONTINUOUS TESTING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did instead of an external pentest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Coverage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11247120" cy="182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SAST · Semgrep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681 rules · OWASP Top 10 · TS / React / Next.js / Python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every push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0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1247120" cy="9144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Secret scan · trufflehog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verified-only mode · full repo history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 + weekly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leaks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247120" cy="9144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11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Dependency audit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611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npm audit --omit=dev + pip-audit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every push + weekly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0" y="3611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critical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247120" cy="9144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06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DAST · Nuclei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206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8000+ CVE / misconfig / exposure templates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weekly + on-demand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0" y="4206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findings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247120" cy="9144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800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DAST · OWASP ZAP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0" y="4800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passive rules + AJAX spider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weekly + on-demand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0" y="4800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52 PASS · 18 WARN · 0 FAIL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760720"/>
            <a:ext cx="11155680" cy="914400"/>
          </a:xfrm>
          <a:prstGeom prst="rect">
            <a:avLst>
              <a:gd name="adj" fmla="val 8000"/>
            </a:avLst>
          </a:prstGeom>
          <a:solidFill>
            <a:srgbClr val="16171F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852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Outcome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verified bugs found and fixed · 0 critical or high remaining · 9-page consolidated pentest report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·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GDPR + Korean PIPA mapped article-by-article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486400" cy="2926080"/>
          </a:xfrm>
          <a:prstGeom prst="rect">
            <a:avLst>
              <a:gd name="adj" fmla="val 2500"/>
            </a:avLst>
          </a:prstGeom>
          <a:solidFill>
            <a:srgbClr val="16171F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GDPR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EU Regulation 2016/679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5  data minimisation — raw frames discarded after embedding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15 / 17 / 20  /privacy self-service: access · erasure · portability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25  privacy by design — mask + encrypt at capture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30  records of processing — hash-chained audit log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32  security: RLS + AES-256 + TOTP + 4-eyes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33 / 34  breach notification: documented in BREAK_GLASS.md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35  DPIA: docs/COMPLIANCE.md (lightweight)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486400" cy="2926080"/>
          </a:xfrm>
          <a:prstGeom prst="rect">
            <a:avLst>
              <a:gd name="adj" fmla="val 2500"/>
            </a:avLst>
          </a:prstGeom>
          <a:solidFill>
            <a:srgbClr val="16171F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개인정보 보호법 (South Korea)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15  consent for collection — per-camera flag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23  biometric data — explicit consent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28-2  pseudonymisation — Cubist mosaic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29  security measures — encryption + audit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35 / 36  right to access / correct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39  breach notification — 72h to PIPC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Art. 39-7  no automated decisions — 4-eyes reveal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15568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166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Korean panel talking points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익명화는 캡처 시점에 수행됩니다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원본은 AES-256-GCM 으로 암호화되며, 4-eyes 승인 후에만 복원됩니다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모든 권한 있는 액세스는 해시 체인 감사 로그에 기록됩니다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· OPS READINESS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Targets, schedules, runbooks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65176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265176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≤ 60 min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downtime tolerance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65176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920240"/>
            <a:ext cx="265176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≤ 24 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6616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data-loss tolerance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265176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920240"/>
            <a:ext cx="265176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MTTD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≤ 5 min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920240"/>
            <a:ext cx="265176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1920240"/>
            <a:ext cx="265176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MTTR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3544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≤ 30 min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3544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resolve P1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Weekly cron jobs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8404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 /api/cron/backup-verify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 /api/cron/retention-sweep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 /api/cron/key-rotation-check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 /api/monitoring/error-rate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Operational documents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840480"/>
            <a:ext cx="5669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docs/RUNBOOK.md — IR phases · backup restore drill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docs/BREAK_GLASS.md — 5 last-resort procedures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docs/COMPLIANCE.md — GDPR + PIPA mapping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docs/PENTEST_REPORT.pdf — 9-page consolidated report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SECURITY.md + /.well-known/security.txt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· DELIVERABLES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live in production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365760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016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Application routes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65760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016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25K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TypeScript LOC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65760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016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8K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412480" y="2697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LOC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65760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016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4K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SQL migrations LOC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3429000"/>
            <a:ext cx="365760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016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96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572000" y="4206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 tests (Jest 33 + Pytest 63)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0" y="3429000"/>
            <a:ext cx="3657600" cy="1280160"/>
          </a:xfrm>
          <a:prstGeom prst="rect">
            <a:avLst>
              <a:gd name="adj" fmla="val 5714"/>
            </a:avLst>
          </a:prstGeom>
          <a:solidFill>
            <a:srgbClr val="16171F"/>
          </a:solidFill>
          <a:ln w="1016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8412480" y="4206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Languages (mn · en · kr)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155680" cy="914400"/>
          </a:xfrm>
          <a:prstGeom prst="rect">
            <a:avLst>
              <a:gd name="adj" fmla="val 8000"/>
            </a:avLst>
          </a:prstGeom>
          <a:solidFill>
            <a:srgbClr val="16171F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https://mongolz.vercel.app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9-page pentest report · 5-layer continuous security · 2 Playwright E2E specs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· 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you'll see in the next 8 minutes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0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landing → Login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Username-only login (no @ required) → TOTP step-up with single-use code tracking.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0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/compare — 3 algorithms side by side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Drop a face photo, see Cubist Mosaic / Pixelate / Gaussian Blur and their SSIM scores compared live via the ML service.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0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/live — webcam recording with AES encryption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389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Browser ONNX face detection at ~5fps. Recording chunked into 3MB segments, masked + encrypted server-side before storage.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01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/users — 2FA-gated admin CRUD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5440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Creating a user triggers a fresh TOTP prompt. Same gate applies to delete suspect / camera / rule / webhook / backup.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· HONEST DISCLOSURE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Residual risks accepted for capstone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11155680" cy="1234440"/>
          </a:xfrm>
          <a:prstGeom prst="rect">
            <a:avLst>
              <a:gd name="adj" fmla="val 5926"/>
            </a:avLst>
          </a:prstGeom>
          <a:solidFill>
            <a:srgbClr val="16171F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Service-role key lives in Vercel env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6700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Mitigation:  Documented rotation procedure (RUNBOOK §4) + weekly key-rotation-check cron. Vault / per-region split is an architectural follow-up for production.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155680" cy="1234440"/>
          </a:xfrm>
          <a:prstGeom prst="rect">
            <a:avLst>
              <a:gd name="adj" fmla="val 5926"/>
            </a:avLst>
          </a:prstGeom>
          <a:solidFill>
            <a:srgbClr val="16171F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external annual penetration test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0416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Mitigation:  Replaced for capstone with continuous DAST (Nuclei + OWASP ZAP) + SAST (Semgrep) + multi-agent audit. Documented in COMPLIANCE §5.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155680" cy="1234440"/>
          </a:xfrm>
          <a:prstGeom prst="rect">
            <a:avLst>
              <a:gd name="adj" fmla="val 5926"/>
            </a:avLst>
          </a:prstGeom>
          <a:solidFill>
            <a:srgbClr val="16171F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66344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Supabase leaked-password protection disabled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54132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Mitigation:  Pro-plan feature. Compensated with rate-limit 5 attempts/min + 10-character strong password policy + TOTP enforcement on admin role.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risk above is documented in COMPLIANCE.md §5 with a target remediation date.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MONGOLZ Security · Capstone 2026-01-CD-03-07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80215" y="0"/>
            <a:ext cx="411480" cy="6858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25351" y="0"/>
            <a:ext cx="54864" cy="685800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4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 live 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mongolz.vercel.app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10058400" cy="0"/>
          </a:xfrm>
          <a:prstGeom prst="line">
            <a:avLst/>
          </a:prstGeom>
          <a:noFill/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Capstone 2026-01-CD-03-07 · 3B-26-1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github.com/khajybyek/mongolz-next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security@mongolz.local · /.well-known/security.txt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2026-05-17T12:54:47Z</dcterms:created>
  <dcterms:modified xsi:type="dcterms:W3CDTF">2026-05-17T12:54:47Z</dcterms:modified>
</cp:coreProperties>
</file>